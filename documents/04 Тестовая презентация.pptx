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2cc64f0cba4a2f" /><Relationship Type="http://schemas.openxmlformats.org/officeDocument/2006/relationships/extended-properties" Target="/docProps/app.xml" Id="Rf1a2c698ae2741d7" /><Relationship Type="http://schemas.openxmlformats.org/officeDocument/2006/relationships/officeDocument" Target="/ppt/presentation.xml" Id="R176a97051cea4b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0bd8ab26b3424e"/>
  </p:sldMasterIdLst>
  <p:notesMasterIdLst>
    <p:notesMasterId xmlns:r="http://schemas.openxmlformats.org/officeDocument/2006/relationships" r:id="R8b7804e7d1a54c6e"/>
  </p:notesMasterIdLst>
  <p:sldIdLst>
    <p:sldId xmlns:r="http://schemas.openxmlformats.org/officeDocument/2006/relationships" id="256" r:id="Rc482af40a21649d6"/>
    <p:sldId xmlns:r="http://schemas.openxmlformats.org/officeDocument/2006/relationships" id="257" r:id="Rafda9f36e75d46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a10d2d4ac7400e" /><Relationship Type="http://schemas.openxmlformats.org/officeDocument/2006/relationships/slideMaster" Target="/ppt/slideMasters/slideMaster1.xml" Id="R6a0bd8ab26b3424e" /><Relationship Type="http://schemas.openxmlformats.org/officeDocument/2006/relationships/notesMaster" Target="/ppt/notesMasters/notesMaster1.xml" Id="R8b7804e7d1a54c6e" /><Relationship Type="http://schemas.openxmlformats.org/officeDocument/2006/relationships/presProps" Target="/ppt/presProps.xml" Id="Rc099d6a567b546b9" /><Relationship Type="http://schemas.openxmlformats.org/officeDocument/2006/relationships/tableStyles" Target="/ppt/tableStyles.xml" Id="Re926aacaf84b4702" /><Relationship Type="http://schemas.openxmlformats.org/officeDocument/2006/relationships/slide" Target="/ppt/slides/slide1.xml" Id="Rc482af40a21649d6" /><Relationship Type="http://schemas.openxmlformats.org/officeDocument/2006/relationships/slide" Target="/ppt/slides/slide2.xml" Id="Rafda9f36e75d46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a18a7b3a5e4b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8a478f231c48f1" /><Relationship Type="http://schemas.openxmlformats.org/officeDocument/2006/relationships/notesMaster" Target="/ppt/notesMasters/notesMaster1.xml" Id="R9708902c996546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99c86032994fbc" /><Relationship Type="http://schemas.openxmlformats.org/officeDocument/2006/relationships/notesMaster" Target="/ppt/notesMasters/notesMaster1.xml" Id="R37fec274c12e43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ee16b338343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65569a0b504188" /><Relationship Type="http://schemas.openxmlformats.org/officeDocument/2006/relationships/slideLayout" Target="/ppt/slideLayouts/slideLayout1.xml" Id="R06670e7b531f42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670e7b531f42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dff01b7b54e30" /><Relationship Type="http://schemas.openxmlformats.org/officeDocument/2006/relationships/notesSlide" Target="/ppt/notesSlides/notesSlide1.xml" Id="R3cb37c2e73d944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01b9fa4134fdc" /><Relationship Type="http://schemas.openxmlformats.org/officeDocument/2006/relationships/notesSlide" Target="/ppt/notesSlides/notesSlide2.xml" Id="R56f28ca64c664d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382B6-22DC-4089-A550-E110FE71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8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283F"/>
                </a:solidFill>
                <a:latin typeface="Arial"/>
                <a:ea typeface="Arial"/>
                <a:cs typeface="Arial"/>
              </a:rPr>
              <a:t>Тестовая презентация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B6C08-CCC5-49EC-AE09-ADE92D97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28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83F"/>
                </a:solidFill>
                <a:latin typeface="Arial"/>
                <a:ea typeface="Arial"/>
                <a:cs typeface="Arial"/>
              </a:rPr>
              <a:t>Pipeline Studio</a:t>
            </a:r>
          </a:p>
          <a:p xmlns:a="http://schemas.openxmlformats.org/drawingml/2006/main">
            <a:pPr>
              <a:defRPr sz="2550" b="0">
                <a:solidFill>
                  <a:srgbClr val="1828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83F"/>
                </a:solidFill>
                <a:latin typeface="Arial"/>
                <a:ea typeface="Arial"/>
                <a:cs typeface="Arial"/>
              </a:rPr>
              <a:t>Проверка прикрепления и открытия презентаций</a:t>
            </a:r>
          </a:p>
          <a:p xmlns:a="http://schemas.openxmlformats.org/drawingml/2006/main">
            <a:pPr>
              <a:defRPr sz="2550" b="0">
                <a:solidFill>
                  <a:srgbClr val="1828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83F"/>
                </a:solidFill>
                <a:latin typeface="Arial"/>
                <a:ea typeface="Arial"/>
                <a:cs typeface="Arial"/>
              </a:rPr>
              <a:t>03.10.2026</a:t>
            </a:r>
          </a:p>
        </p:txBody>
      </p:sp>
    </p:spTree>
    <p:extLst>
      <p:ext uri="{BB962C8B-B14F-4D97-AF65-F5344CB8AC3E}">
        <p14:creationId xmlns:p14="http://schemas.microsoft.com/office/powerpoint/2010/main" val="748107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F1F79-52AB-4EE6-A913-0A053C08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8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283F"/>
                </a:solidFill>
                <a:latin typeface="Arial"/>
                <a:ea typeface="Arial"/>
                <a:cs typeface="Arial"/>
              </a:rPr>
              <a:t>Тестовое содержимое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88892-99E8-4268-A240-B33F1A91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28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83F"/>
                </a:solidFill>
                <a:latin typeface="Arial"/>
                <a:ea typeface="Arial"/>
                <a:cs typeface="Arial"/>
              </a:rPr>
              <a:t>План этажа — 2 листа</a:t>
            </a:r>
          </a:p>
          <a:p xmlns:a="http://schemas.openxmlformats.org/drawingml/2006/main">
            <a:pPr>
              <a:defRPr sz="2550" b="0">
                <a:solidFill>
                  <a:srgbClr val="1828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83F"/>
                </a:solidFill>
                <a:latin typeface="Arial"/>
                <a:ea typeface="Arial"/>
                <a:cs typeface="Arial"/>
              </a:rPr>
              <a:t>Разрезы — 3 листа</a:t>
            </a:r>
          </a:p>
          <a:p xmlns:a="http://schemas.openxmlformats.org/drawingml/2006/main">
            <a:pPr>
              <a:defRPr sz="2550" b="0">
                <a:solidFill>
                  <a:srgbClr val="1828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83F"/>
                </a:solidFill>
                <a:latin typeface="Arial"/>
                <a:ea typeface="Arial"/>
                <a:cs typeface="Arial"/>
              </a:rPr>
              <a:t>Спецификация — 1 лист</a:t>
            </a:r>
          </a:p>
        </p:txBody>
      </p:sp>
    </p:spTree>
    <p:extLst>
      <p:ext uri="{BB962C8B-B14F-4D97-AF65-F5344CB8AC3E}">
        <p14:creationId xmlns:p14="http://schemas.microsoft.com/office/powerpoint/2010/main" val="828575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2026-10-03T15:31:30.3870000Z</dcterms:created>
  <dcterms:modified xsi:type="dcterms:W3CDTF">2026-10-03T15:31:30.3870000Z</dcterms:modified>
</coreProperties>
</file>